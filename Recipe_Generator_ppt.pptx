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DBDD9-108F-478A-AFB7-331D76A23D1D}" type="datetimeFigureOut">
              <a:rPr lang="en-IN" smtClean="0"/>
              <a:t>24-08-2025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463A6-2050-468E-89FB-CD22B0DEB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5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4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2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9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4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0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4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9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94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0846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7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0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1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71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8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74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Recipe Generator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 MERN Stack Project</a:t>
            </a:r>
          </a:p>
          <a:p>
            <a:r>
              <a:rPr dirty="0"/>
              <a:t>Presented by: </a:t>
            </a:r>
            <a:r>
              <a:rPr lang="en-US" dirty="0"/>
              <a:t>Prince Kumar</a:t>
            </a:r>
            <a:endParaRPr dirty="0"/>
          </a:p>
          <a:p>
            <a:r>
              <a:rPr dirty="0"/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Recipe Generator Web App developed using MERN Stack.</a:t>
            </a:r>
          </a:p>
          <a:p>
            <a:pPr>
              <a:defRPr sz="2000"/>
            </a:pPr>
            <a:r>
              <a:t>Core feature: Suggest recipes based on available ingredients.</a:t>
            </a:r>
          </a:p>
          <a:p>
            <a:pPr>
              <a:defRPr sz="2000"/>
            </a:pPr>
            <a:r>
              <a:t>Integrates external API (Spoonacular) for recipe data.</a:t>
            </a:r>
          </a:p>
          <a:p>
            <a:pPr>
              <a:defRPr sz="2000"/>
            </a:pPr>
            <a:r>
              <a:t>Provides users with interactive and smart cooking solutions.</a:t>
            </a:r>
          </a:p>
          <a:p>
            <a:pPr>
              <a:defRPr sz="2000"/>
            </a:pPr>
            <a:r>
              <a:t>Focuses on user-friendly interface and seamless navigation.</a:t>
            </a:r>
          </a:p>
          <a:p>
            <a:pPr>
              <a:defRPr sz="2000"/>
            </a:pPr>
            <a:r>
              <a:t>Backend ensures secure handling of authentication and API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Provide an interactive and time-saving cooking assistant.</a:t>
            </a:r>
          </a:p>
          <a:p>
            <a:pPr>
              <a:defRPr sz="2000"/>
            </a:pPr>
            <a:r>
              <a:rPr dirty="0"/>
              <a:t>Suggest recipes dynamically based on entered ingredients.</a:t>
            </a:r>
          </a:p>
          <a:p>
            <a:pPr>
              <a:defRPr sz="2000"/>
            </a:pPr>
            <a:r>
              <a:rPr dirty="0"/>
              <a:t>Utilize MERN stack for full-stack web application development.</a:t>
            </a:r>
          </a:p>
          <a:p>
            <a:pPr>
              <a:defRPr sz="2000"/>
            </a:pPr>
            <a:r>
              <a:rPr dirty="0"/>
              <a:t>Implement secure backend with JWT authentication.</a:t>
            </a:r>
          </a:p>
          <a:p>
            <a:pPr>
              <a:defRPr sz="2000"/>
            </a:pPr>
            <a:r>
              <a:rPr dirty="0"/>
              <a:t>Deliver responsive, cross-platform user experience.</a:t>
            </a:r>
          </a:p>
          <a:p>
            <a:pPr>
              <a:defRPr sz="2000"/>
            </a:pPr>
            <a:r>
              <a:rPr dirty="0"/>
              <a:t>Enable recipe saving and grocery list generation for convenience.</a:t>
            </a:r>
          </a:p>
          <a:p>
            <a:pPr>
              <a:defRPr sz="2000"/>
            </a:pPr>
            <a:r>
              <a:rPr dirty="0"/>
              <a:t>Support dietary preferences and filter options in recipe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Defines boundaries of features in the first release.</a:t>
            </a:r>
          </a:p>
          <a:p>
            <a:pPr>
              <a:defRPr sz="2000"/>
            </a:pPr>
            <a:r>
              <a:t>Covers recipe search, recipe saving, and grocery list management.</a:t>
            </a:r>
          </a:p>
          <a:p>
            <a:pPr>
              <a:defRPr sz="2000"/>
            </a:pPr>
            <a:r>
              <a:t>Excludes advanced AI recommendations in current version.</a:t>
            </a:r>
          </a:p>
          <a:p>
            <a:pPr>
              <a:defRPr sz="2000"/>
            </a:pPr>
            <a:r>
              <a:t>Supports only web-based platform (mobile app planned for future).</a:t>
            </a:r>
          </a:p>
          <a:p>
            <a:pPr>
              <a:defRPr sz="2000"/>
            </a:pPr>
            <a:r>
              <a:t>Focuses on security and responsive design.</a:t>
            </a:r>
          </a:p>
          <a:p>
            <a:pPr>
              <a:defRPr sz="2000"/>
            </a:pPr>
            <a:r>
              <a:t>Provides room for scalability in later versions.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Frontend: React.js for interactive UI.</a:t>
            </a:r>
          </a:p>
          <a:p>
            <a:pPr>
              <a:defRPr sz="2000"/>
            </a:pPr>
            <a:r>
              <a:t>Backend: Node.js with Express.js for REST APIs.</a:t>
            </a:r>
          </a:p>
          <a:p>
            <a:pPr>
              <a:defRPr sz="2000"/>
            </a:pPr>
            <a:r>
              <a:t>Database: MongoDB (NoSQL) for storing user and recipe data.</a:t>
            </a:r>
          </a:p>
          <a:p>
            <a:pPr>
              <a:defRPr sz="2000"/>
            </a:pPr>
            <a:r>
              <a:t>Authentication: JWT tokens for secure login and session management.</a:t>
            </a:r>
          </a:p>
          <a:p>
            <a:pPr>
              <a:defRPr sz="2000"/>
            </a:pPr>
            <a:r>
              <a:t>External API: Spoonacular API for recipe suggestions.</a:t>
            </a:r>
          </a:p>
          <a:p>
            <a:pPr>
              <a:defRPr sz="2000"/>
            </a:pPr>
            <a:r>
              <a:t>Version Control: Git &amp; GitHub for code management.</a:t>
            </a:r>
          </a:p>
          <a:p>
            <a:pPr>
              <a:defRPr sz="2000"/>
            </a:pPr>
            <a:r>
              <a:t>Deployment: Can be hosted on platforms like Vercel, Heroku, or 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MERN stack-based client-server architecture.</a:t>
            </a:r>
          </a:p>
          <a:p>
            <a:pPr>
              <a:defRPr sz="2000"/>
            </a:pPr>
            <a:r>
              <a:t>Frontend communicates with backend via REST APIs.</a:t>
            </a:r>
          </a:p>
          <a:p>
            <a:pPr>
              <a:defRPr sz="2000"/>
            </a:pPr>
            <a:r>
              <a:t>Backend acts as a secure middleware between frontend and Spoonacular API.</a:t>
            </a:r>
          </a:p>
          <a:p>
            <a:pPr>
              <a:defRPr sz="2000"/>
            </a:pPr>
            <a:r>
              <a:t>Database stores user details, saved recipes, and grocery lists.</a:t>
            </a:r>
          </a:p>
          <a:p>
            <a:pPr>
              <a:defRPr sz="2000"/>
            </a:pPr>
            <a:r>
              <a:t>Authentication handled by JWT for secure access.</a:t>
            </a:r>
          </a:p>
          <a:p>
            <a:pPr>
              <a:defRPr sz="2000"/>
            </a:pPr>
            <a:r>
              <a:t>Ensures modular and scalable design for future upgrades.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Ingredient-based recipe search.</a:t>
            </a:r>
          </a:p>
          <a:p>
            <a:pPr>
              <a:defRPr sz="2000"/>
            </a:pPr>
            <a:r>
              <a:t>Display recipe details: steps, cooking time, nutrition, servings.</a:t>
            </a:r>
          </a:p>
          <a:p>
            <a:pPr>
              <a:defRPr sz="2000"/>
            </a:pPr>
            <a:r>
              <a:t>Save favorite recipes for easy access later.</a:t>
            </a:r>
          </a:p>
          <a:p>
            <a:pPr>
              <a:defRPr sz="2000"/>
            </a:pPr>
            <a:r>
              <a:t>Auto-generate grocery list from chosen recipes.</a:t>
            </a:r>
          </a:p>
          <a:p>
            <a:pPr>
              <a:defRPr sz="2000"/>
            </a:pPr>
            <a:r>
              <a:t>Dark mode for user-friendly interface.</a:t>
            </a:r>
          </a:p>
          <a:p>
            <a:pPr>
              <a:defRPr sz="2000"/>
            </a:pPr>
            <a:r>
              <a:t>Responsive design for desktop, tablet, and mobile devices.</a:t>
            </a:r>
          </a:p>
          <a:p>
            <a:pPr>
              <a:defRPr sz="2000"/>
            </a:pPr>
            <a:r>
              <a:t>Seamless and secure API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2000"/>
            </a:pPr>
            <a:r>
              <a:t>AI-driven personalized recipe recommendations.</a:t>
            </a:r>
          </a:p>
          <a:p>
            <a:pPr>
              <a:defRPr sz="2000"/>
            </a:pPr>
            <a:r>
              <a:t>Multi-language UI and instructions for global accessibility.</a:t>
            </a:r>
          </a:p>
          <a:p>
            <a:pPr>
              <a:defRPr sz="2000"/>
            </a:pPr>
            <a:r>
              <a:t>Nutritional tracking with Google Fit/Apple Health integration.</a:t>
            </a:r>
          </a:p>
          <a:p>
            <a:pPr>
              <a:defRPr sz="2000"/>
            </a:pPr>
            <a:r>
              <a:t>User community: sharing recipes, comments, ratings.</a:t>
            </a:r>
          </a:p>
          <a:p>
            <a:pPr>
              <a:defRPr sz="2000"/>
            </a:pPr>
            <a:r>
              <a:t>Integration with smart kitchen devices (IoT).</a:t>
            </a:r>
          </a:p>
          <a:p>
            <a:pPr>
              <a:defRPr sz="2000"/>
            </a:pPr>
            <a:r>
              <a:t>Meal planning and calendar-based recipe scheduling.</a:t>
            </a:r>
          </a:p>
          <a:p>
            <a:pPr>
              <a:defRPr sz="2000"/>
            </a:pPr>
            <a:r>
              <a:t>Voice command integration for hands-free 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-303766"/>
            <a:ext cx="10353761" cy="1542631"/>
          </a:xfrm>
        </p:spPr>
        <p:txBody>
          <a:bodyPr/>
          <a:lstStyle/>
          <a:p>
            <a:r>
              <a:rPr dirty="0"/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8865"/>
            <a:ext cx="12191999" cy="5417574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dirty="0"/>
              <a:t>     </a:t>
            </a:r>
            <a:r>
              <a:rPr dirty="0"/>
              <a:t>Home Page with navigation options.</a:t>
            </a:r>
            <a:r>
              <a:rPr lang="en-US" dirty="0"/>
              <a:t>                                    Recipe Search Page with results.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BB06A-CC7E-4A5B-B387-2731F52F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5" y="1878523"/>
            <a:ext cx="5535561" cy="3740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E77B42-C80C-C783-A7AF-38158422D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62297" y="1790861"/>
            <a:ext cx="5670947" cy="38282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CD009-E75D-91D3-6C0A-698DEBFF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6E06-A86A-9A61-22D4-6146C5E08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03766"/>
            <a:ext cx="10353761" cy="1542631"/>
          </a:xfrm>
        </p:spPr>
        <p:txBody>
          <a:bodyPr/>
          <a:lstStyle/>
          <a:p>
            <a:r>
              <a:rPr dirty="0"/>
              <a:t>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8DE6C-C38D-1462-63F3-CD818AD9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865"/>
            <a:ext cx="12191999" cy="5417574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dirty="0"/>
              <a:t>       Saved Recipes Page.</a:t>
            </a:r>
            <a:r>
              <a:rPr lang="en-US" dirty="0"/>
              <a:t>                                                             Grocery List Page with editable items.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D5C85-1507-3E72-715D-89E402FF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52741" y="1739184"/>
            <a:ext cx="5515040" cy="3786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A6F96C-2E7D-C408-A52E-0B791302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4" y="1739184"/>
            <a:ext cx="6096000" cy="37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7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The Recipe Generator Web App combines cooking and technology.</a:t>
            </a:r>
          </a:p>
          <a:p>
            <a:pPr>
              <a:defRPr sz="2000"/>
            </a:pPr>
            <a:r>
              <a:t>Provides users with smart meal suggestions based on ingredients.</a:t>
            </a:r>
          </a:p>
          <a:p>
            <a:pPr>
              <a:defRPr sz="2000"/>
            </a:pPr>
            <a:r>
              <a:t>Implements full-stack MERN development with secure backend.</a:t>
            </a:r>
          </a:p>
          <a:p>
            <a:pPr>
              <a:defRPr sz="2000"/>
            </a:pPr>
            <a:r>
              <a:t>Focuses on usability, scalability, and performance.</a:t>
            </a:r>
          </a:p>
          <a:p>
            <a:pPr>
              <a:defRPr sz="2000"/>
            </a:pPr>
            <a:r>
              <a:t>Future-ready for AI, IoT, and health integration.</a:t>
            </a:r>
          </a:p>
          <a:p>
            <a:pPr>
              <a:defRPr sz="2000"/>
            </a:pPr>
            <a:r>
              <a:t>Demonstrates practical application of MERN stack and API usage.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50</TotalTime>
  <Words>532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Damask</vt:lpstr>
      <vt:lpstr>Recipe Generator Web App</vt:lpstr>
      <vt:lpstr>Introduction</vt:lpstr>
      <vt:lpstr>Objectives</vt:lpstr>
      <vt:lpstr>Scope of the Work</vt:lpstr>
      <vt:lpstr>Technologies Used</vt:lpstr>
      <vt:lpstr>System Architecture</vt:lpstr>
      <vt:lpstr>Key Features</vt:lpstr>
      <vt:lpstr>Future Enhancements</vt:lpstr>
      <vt:lpstr>Screenshots</vt:lpstr>
      <vt:lpstr>Screenshots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PRINCE KUMAR</dc:creator>
  <cp:keywords/>
  <dc:description>generated using python-pptx</dc:description>
  <cp:lastModifiedBy>Prince Kumar</cp:lastModifiedBy>
  <cp:revision>3</cp:revision>
  <dcterms:created xsi:type="dcterms:W3CDTF">2013-01-27T09:14:16Z</dcterms:created>
  <dcterms:modified xsi:type="dcterms:W3CDTF">2025-08-24T05:19:41Z</dcterms:modified>
  <cp:category/>
</cp:coreProperties>
</file>